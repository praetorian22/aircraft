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9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4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8:42:19.674"/>
    </inkml:context>
    <inkml:brush xml:id="br0">
      <inkml:brushProperty name="width" value="0.2" units="cm"/>
      <inkml:brushProperty name="height" value="0.2" units="cm"/>
      <inkml:brushProperty name="color" value="#E71224"/>
      <inkml:brushProperty name="transparency" value="153"/>
      <inkml:brushProperty name="ignorePressure" value="1"/>
    </inkml:brush>
  </inkml:definitions>
  <inkml:trace contextRef="#ctx0" brushRef="#br0">0 1,'33557'0,"-33528"0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8:42:37.073"/>
    </inkml:context>
    <inkml:brush xml:id="br0">
      <inkml:brushProperty name="width" value="0.2" units="cm"/>
      <inkml:brushProperty name="height" value="0.2" units="cm"/>
      <inkml:brushProperty name="color" value="#E71224"/>
      <inkml:brushProperty name="transparency" value="153"/>
      <inkml:brushProperty name="ignorePressure" value="1"/>
    </inkml:brush>
  </inkml:definitions>
  <inkml:trace contextRef="#ctx0" brushRef="#br0">0 1,'28009'0,"-22261"0,-5719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8:42:44.064"/>
    </inkml:context>
    <inkml:brush xml:id="br0">
      <inkml:brushProperty name="width" value="0.2" units="cm"/>
      <inkml:brushProperty name="height" value="0.2" units="cm"/>
      <inkml:brushProperty name="color" value="#E71224"/>
      <inkml:brushProperty name="transparency" value="153"/>
      <inkml:brushProperty name="ignorePressure" value="1"/>
    </inkml:brush>
  </inkml:definitions>
  <inkml:trace contextRef="#ctx0" brushRef="#br0">0 1,'31906'0,"-29990"0,-1887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8:43:38.163"/>
    </inkml:context>
    <inkml:brush xml:id="br0">
      <inkml:brushProperty name="width" value="0.2" units="cm"/>
      <inkml:brushProperty name="height" value="0.2" units="cm"/>
      <inkml:brushProperty name="color" value="#E71224"/>
      <inkml:brushProperty name="transparency" value="153"/>
      <inkml:brushProperty name="ignorePressure" value="1"/>
    </inkml:brush>
  </inkml:definitions>
  <inkml:trace contextRef="#ctx0" brushRef="#br0">0 1,'0'8437,"0"-8509,0 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8:12:03.088"/>
    </inkml:context>
    <inkml:brush xml:id="br0">
      <inkml:brushProperty name="width" value="0.05" units="cm"/>
      <inkml:brushProperty name="height" value="0.3" units="cm"/>
      <inkml:brushProperty name="ignorePressure" value="1"/>
      <inkml:brushProperty name="inkEffects" value="pencil"/>
    </inkml:brush>
  </inkml:definitions>
  <inkml:trace contextRef="#ctx0" brushRef="#br0">3297 883,'-4'0,"-3"-2,-4-1,-4-1,-1-1,-3 0,-1 0,0-1,2 2,1-1,1 1,-1-1,-1 0,-2 0,1 0,-2-1,0 1,1-1,0 1,1 0,2 1,2-1,-1 1,0 0,2 0,0 0,-2 0,-1 0,0-1,-2 0,-1-1,-1 1,1-1,-2 1,2-1,-1 1,1-1,1 1,0 0,-1 0,1 0,2 0,1 1,0 0,-1-1,-1 0,0 0,-1 0,0 0,-1 0,0-1,-2 1,1-1,0 0,1 1,1 0,0 0,-1-1,1 1,-1 0,1 0,3 0,0 1,0 0,-1-1,-1 1,0-1,-1 0,-1-1,-1 1,1-1,0 1,0 0,3 0,1 1,1 0,-1-1,-1 1,0-1,-1 1,2-1,1 1,-1 0,-1-1,-1 1,0-1,-2-1,0 1,1 0,1 0,2 1,0 0,0-1,1 1,1 0,-1 0,-1 0,2 0,0 1,-1-1,-1-1,-1 1,0-1,-1 0,2 1,0 0,0 0,0-1,2 1,-1 1,0-1,-2-1,0 0,-2 0,0 0,0 0,-1 0,0-1,0 1,-1 0,2-1,-1 1,0 0,0-1,1 1,-1 0,-2-1,0 0,-1 0,4 1,1 0,2 0,-1 1,0-1,2 1,0 0,0 0,-1 0,0 0,0 0,1 0,0 0,-1-1,-1 1,2 0,0 0,0 0,-1-1,-1 1,-1-1,0 0,0 0,0 0,-1 0,1 1,2-1,0 1,1 0,-1 0,-1-1,0 0,-1 1,0-1,-1 0,1 0,2 1,0-1,1 1,-2 0,1 0,-2-1,0 0,0 0,0 0,-1 0,1 0,-2 0,1 0,-1 0,1 0,0-1,0 1,3 1,1 0,-1 0,0 0,0-1,2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64673-4A7C-4FCA-9AAC-C2C0DED6C0E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59CF6-397C-4769-A9D5-32179F88F4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405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59CF6-397C-4769-A9D5-32179F88F4E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855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59CF6-397C-4769-A9D5-32179F88F4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1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E107-545F-15A6-6468-3263EB4A6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0FF37-8D0B-2CA1-9556-6901375AE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3AA8D-1D83-594F-6191-67A500FF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B7C0A-B28E-D75F-E33E-FAE34CF1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2617-D28C-84FF-0562-CDE1A55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84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37EB-B1D7-E2C3-1F86-8DE07227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92DE-8BD4-3423-0F39-89AA5980B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D82CD-AADA-2FAD-6959-3E8415D5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50F0E-6A47-1AE7-140C-6EB193FD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F6B4B-0B5A-7C33-CA3E-0D159257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3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1EE2-94CD-7C7D-D4FD-C49737CF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F16D7-81E5-E571-2A77-E4AE6BE9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EF28D-44CB-F78D-CAEE-9994C6F4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1D2C-3234-D6B4-4BBB-FFC23DFF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84ED-FCBF-B6E5-969C-8AA84FA4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10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927C-C118-B852-CCBE-D7B5C4A0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A575-AC28-5D16-682E-8BECECF58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F1BCF-A018-428E-ACF6-536ADB874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A50F-F845-5BBB-5376-7EF30D15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56ACA-E225-509E-BA2D-A6C733F6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7FA90-CBDE-4C57-712F-265B06C5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86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8A21-7425-2073-E550-39BB00CB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7FD42-9CC2-D4F8-9B8F-C77C25201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B588B-1806-1735-B048-2C2D70153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D964A-86F4-78DA-6447-DDFF6FF38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80B2E-9587-EC06-1D62-903CE0C34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09016-11CD-D504-52C5-6A768B5E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386EF-5D46-6D93-3285-99125EAD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E756E-6AAC-FFC5-0541-D4360C49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16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7AAC-826D-A8D0-C0DB-AF6DD81E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E3F1F-BF8A-A79A-3FA7-FA4F5C62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52A3D-1E15-6861-CD9B-2335DEB6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F1F48-6B1C-28D0-0A26-366C89B4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34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FD033-3C62-8258-A9C6-B50EEA91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7089-790F-F5E5-6EF2-E7A202D8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7784E-92DD-A84D-F749-FE3EE0D2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37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E567-B9D0-A8ED-6E53-C483D518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343C-4107-BC50-008A-502B6A8B0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58BC2-8652-F98E-F601-39CB04B77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5CC8E-9394-AF70-0DC2-2A3E9609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8EAA4-EE31-BC50-2F3F-966762C8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2AF0B-FC60-4511-3800-CB733432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24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AEF9-079C-401B-4DB8-54DA78C1A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E7DDFE-5D0C-84CC-FC04-3A4805523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7D11B-3735-345B-8B8D-263E2A079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22141-E7F0-6746-3180-4EDE1FD5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21CF5-4A56-D7B6-BAAA-4CE217EC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615FE-665A-BC20-6680-DB75ED9F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1519-86FF-7E2F-CC49-385065B3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13441-FEDB-0734-F14D-403BEDFCD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1A885-7493-D59C-E22A-9978155F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C1CB-967B-4612-AFF6-5C7C63AE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0FD53-09F7-E27D-2DCD-8DC856AB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666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52A1D-EF8B-17C6-734C-D6A66160C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7DB1E-E061-2EBB-347F-9C90059CC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502D-D45C-334C-6253-AC3169FC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B25FB-11FC-F921-D081-11990002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022CA-C0D3-DCD8-4C6D-76B811DE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B1701-2B62-76DD-5AC7-F75C0E16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1C77-92C6-0D95-1512-C08B60D0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DE202-FC0A-F95E-938A-B1246985A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294FC-ACDC-42D6-953F-95B5B1B05ADD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DA63-16D0-D31F-1677-52D59EC9E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D6ED1-69A6-2B48-78EF-577F1495E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E6EC2-D8EF-40B9-A001-50CCC89F92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6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customXml" Target="../ink/ink3.xml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5E9B5-F414-AEE4-8812-171EB81A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B8F68-3504-37FA-AA2F-8C4D747904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3179" cy="5438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F72DA-E994-F921-5163-98724BC19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040" y="3293411"/>
            <a:ext cx="5940425" cy="23133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6642CF-1C2C-78D1-009B-4285D11EF3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9058"/>
            <a:ext cx="12192000" cy="18925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340D04-1053-8F70-198B-7AA7C02B1E36}"/>
                  </a:ext>
                </a:extLst>
              </p14:cNvPr>
              <p14:cNvContentPartPr/>
              <p14:nvPr/>
            </p14:nvContentPartPr>
            <p14:xfrm>
              <a:off x="47691" y="4519629"/>
              <a:ext cx="120909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340D04-1053-8F70-198B-7AA7C02B1E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92" y="4483629"/>
                <a:ext cx="12162598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1E1ACF0-E6A7-D62D-145B-70079C471942}"/>
                  </a:ext>
                </a:extLst>
              </p14:cNvPr>
              <p14:cNvContentPartPr/>
              <p14:nvPr/>
            </p14:nvContentPartPr>
            <p14:xfrm>
              <a:off x="23931" y="3292389"/>
              <a:ext cx="1216332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1E1ACF0-E6A7-D62D-145B-70079C4719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2069" y="3256389"/>
                <a:ext cx="12234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925DDE-8937-CE76-6BB7-198C678F6F30}"/>
                  </a:ext>
                </a:extLst>
              </p14:cNvPr>
              <p14:cNvContentPartPr/>
              <p14:nvPr/>
            </p14:nvContentPartPr>
            <p14:xfrm>
              <a:off x="23931" y="2029149"/>
              <a:ext cx="1218672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925DDE-8937-CE76-6BB7-198C678F6F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2069" y="1993149"/>
                <a:ext cx="12258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71148B-28AE-B6A3-4E5E-155EF3C8B4CE}"/>
                  </a:ext>
                </a:extLst>
              </p14:cNvPr>
              <p14:cNvContentPartPr/>
              <p14:nvPr/>
            </p14:nvContentPartPr>
            <p14:xfrm>
              <a:off x="8811" y="2045349"/>
              <a:ext cx="360" cy="3037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6AFFE8-7FF0-45ED-E9D6-863E642228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7189" y="2009709"/>
                <a:ext cx="72000" cy="31093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BB0CD15F-A87A-C8EE-86BD-0AAF678549CF}"/>
              </a:ext>
            </a:extLst>
          </p:cNvPr>
          <p:cNvSpPr/>
          <p:nvPr/>
        </p:nvSpPr>
        <p:spPr>
          <a:xfrm rot="16200000">
            <a:off x="523518" y="5330822"/>
            <a:ext cx="465463" cy="510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0FDC917-42BB-941E-117D-5169D0546670}"/>
              </a:ext>
            </a:extLst>
          </p:cNvPr>
          <p:cNvSpPr/>
          <p:nvPr/>
        </p:nvSpPr>
        <p:spPr>
          <a:xfrm rot="5400000">
            <a:off x="523519" y="5976870"/>
            <a:ext cx="465463" cy="510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367CEB-BD58-E45A-84E3-D903810C4A7D}"/>
              </a:ext>
            </a:extLst>
          </p:cNvPr>
          <p:cNvSpPr/>
          <p:nvPr/>
        </p:nvSpPr>
        <p:spPr>
          <a:xfrm>
            <a:off x="1249849" y="5640202"/>
            <a:ext cx="1031132" cy="550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Шасси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B4130E-FBD3-2560-0447-95737BFE543D}"/>
              </a:ext>
            </a:extLst>
          </p:cNvPr>
          <p:cNvSpPr/>
          <p:nvPr/>
        </p:nvSpPr>
        <p:spPr>
          <a:xfrm>
            <a:off x="7140102" y="0"/>
            <a:ext cx="4998549" cy="164484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4C5A8E-2011-9213-3110-4CB23EF41810}"/>
              </a:ext>
            </a:extLst>
          </p:cNvPr>
          <p:cNvSpPr/>
          <p:nvPr/>
        </p:nvSpPr>
        <p:spPr>
          <a:xfrm>
            <a:off x="0" y="0"/>
            <a:ext cx="3110331" cy="1690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28F53-00C1-4933-C903-C7EEC688A76F}"/>
              </a:ext>
            </a:extLst>
          </p:cNvPr>
          <p:cNvSpPr/>
          <p:nvPr/>
        </p:nvSpPr>
        <p:spPr>
          <a:xfrm>
            <a:off x="10000034" y="6063796"/>
            <a:ext cx="942117" cy="51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Play/</a:t>
            </a:r>
          </a:p>
          <a:p>
            <a:pPr algn="ctr"/>
            <a:r>
              <a:rPr lang="en-US" dirty="0"/>
              <a:t>Pause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E3F779-F386-C65E-86D2-D37F3CE06BA1}"/>
              </a:ext>
            </a:extLst>
          </p:cNvPr>
          <p:cNvSpPr/>
          <p:nvPr/>
        </p:nvSpPr>
        <p:spPr>
          <a:xfrm>
            <a:off x="11094551" y="6087437"/>
            <a:ext cx="942117" cy="51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50433B-153B-CB0F-9AA9-27F69C883124}"/>
              </a:ext>
            </a:extLst>
          </p:cNvPr>
          <p:cNvSpPr/>
          <p:nvPr/>
        </p:nvSpPr>
        <p:spPr>
          <a:xfrm>
            <a:off x="8883132" y="6210886"/>
            <a:ext cx="942117" cy="348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C5EEBF-0745-D4CA-1BD2-74D6644C67B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2310" y="4070560"/>
            <a:ext cx="1278735" cy="41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3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D404-0EEB-4ABE-75FC-09DDC275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6EDE0A-E3B1-5C23-92EE-C307DFDB2D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79" y="0"/>
            <a:ext cx="12203179" cy="5438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8D72FE-B574-05F0-458A-51F8F333D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9058"/>
            <a:ext cx="12192000" cy="189250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8D3F938-2160-878A-E7C7-9BBF4FBE4B73}"/>
              </a:ext>
            </a:extLst>
          </p:cNvPr>
          <p:cNvSpPr/>
          <p:nvPr/>
        </p:nvSpPr>
        <p:spPr>
          <a:xfrm rot="16200000">
            <a:off x="523518" y="5330822"/>
            <a:ext cx="465463" cy="510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EC6F31E-8A46-5297-EC04-6C6180B198DC}"/>
              </a:ext>
            </a:extLst>
          </p:cNvPr>
          <p:cNvSpPr/>
          <p:nvPr/>
        </p:nvSpPr>
        <p:spPr>
          <a:xfrm rot="5400000">
            <a:off x="523519" y="5976870"/>
            <a:ext cx="465463" cy="510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9CB784-DBDA-51C3-2FFD-39B4AFB07355}"/>
              </a:ext>
            </a:extLst>
          </p:cNvPr>
          <p:cNvSpPr/>
          <p:nvPr/>
        </p:nvSpPr>
        <p:spPr>
          <a:xfrm>
            <a:off x="7140102" y="0"/>
            <a:ext cx="4998549" cy="164484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3F3717-CED1-CE72-40EB-8288487AA967}"/>
              </a:ext>
            </a:extLst>
          </p:cNvPr>
          <p:cNvSpPr/>
          <p:nvPr/>
        </p:nvSpPr>
        <p:spPr>
          <a:xfrm>
            <a:off x="0" y="0"/>
            <a:ext cx="3110331" cy="1690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404F1-4837-4E71-B868-374E207C1AAB}"/>
              </a:ext>
            </a:extLst>
          </p:cNvPr>
          <p:cNvSpPr/>
          <p:nvPr/>
        </p:nvSpPr>
        <p:spPr>
          <a:xfrm>
            <a:off x="10000034" y="6063796"/>
            <a:ext cx="942117" cy="51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Play/</a:t>
            </a:r>
          </a:p>
          <a:p>
            <a:pPr algn="ctr"/>
            <a:r>
              <a:rPr lang="en-US" dirty="0"/>
              <a:t>Pause</a:t>
            </a:r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8668EB-9AC3-7426-2374-67A239BAD7C7}"/>
              </a:ext>
            </a:extLst>
          </p:cNvPr>
          <p:cNvSpPr/>
          <p:nvPr/>
        </p:nvSpPr>
        <p:spPr>
          <a:xfrm>
            <a:off x="11094551" y="6087437"/>
            <a:ext cx="942117" cy="51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BB767D-419D-111C-8B2E-8D70FED76E01}"/>
              </a:ext>
            </a:extLst>
          </p:cNvPr>
          <p:cNvSpPr/>
          <p:nvPr/>
        </p:nvSpPr>
        <p:spPr>
          <a:xfrm>
            <a:off x="8883132" y="6210886"/>
            <a:ext cx="942117" cy="348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AB8F32-FC1F-606A-EC0A-24480E10C53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4352" flipH="1">
            <a:off x="28687" y="2896412"/>
            <a:ext cx="1220281" cy="4225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DC0446-CB33-DEF2-0C3D-5135C7E4379D}"/>
              </a:ext>
            </a:extLst>
          </p:cNvPr>
          <p:cNvSpPr/>
          <p:nvPr/>
        </p:nvSpPr>
        <p:spPr>
          <a:xfrm>
            <a:off x="7641266" y="5640202"/>
            <a:ext cx="4497386" cy="1410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D46292F-5F0E-6276-28D8-0BC0B3D63921}"/>
              </a:ext>
            </a:extLst>
          </p:cNvPr>
          <p:cNvSpPr/>
          <p:nvPr/>
        </p:nvSpPr>
        <p:spPr>
          <a:xfrm>
            <a:off x="829340" y="3225209"/>
            <a:ext cx="10773212" cy="2430567"/>
          </a:xfrm>
          <a:custGeom>
            <a:avLst/>
            <a:gdLst>
              <a:gd name="csX0" fmla="*/ 0 w 10773212"/>
              <a:gd name="csY0" fmla="*/ 0 h 2430567"/>
              <a:gd name="csX1" fmla="*/ 5734493 w 10773212"/>
              <a:gd name="csY1" fmla="*/ 2055628 h 2430567"/>
              <a:gd name="csX2" fmla="*/ 10767237 w 10773212"/>
              <a:gd name="csY2" fmla="*/ 2339163 h 24305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773212" h="2430567">
                <a:moveTo>
                  <a:pt x="0" y="0"/>
                </a:moveTo>
                <a:cubicBezTo>
                  <a:pt x="1969977" y="832884"/>
                  <a:pt x="3939954" y="1665768"/>
                  <a:pt x="5734493" y="2055628"/>
                </a:cubicBezTo>
                <a:cubicBezTo>
                  <a:pt x="7529032" y="2445488"/>
                  <a:pt x="10934995" y="2515191"/>
                  <a:pt x="10767237" y="2339163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0F60A19-DF66-D351-342B-146EB5996EE2}"/>
                  </a:ext>
                </a:extLst>
              </p14:cNvPr>
              <p14:cNvContentPartPr/>
              <p14:nvPr/>
            </p14:nvContentPartPr>
            <p14:xfrm>
              <a:off x="6465399" y="5343441"/>
              <a:ext cx="1186920" cy="318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0F60A19-DF66-D351-342B-146EB5996E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56759" y="5289441"/>
                <a:ext cx="1204560" cy="4258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BBD903CD-EA9C-5754-C339-1473276B0EEC}"/>
              </a:ext>
            </a:extLst>
          </p:cNvPr>
          <p:cNvSpPr/>
          <p:nvPr/>
        </p:nvSpPr>
        <p:spPr>
          <a:xfrm>
            <a:off x="3476116" y="397869"/>
            <a:ext cx="1333209" cy="67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Маршрут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2192D6-D33D-9441-877D-F8A6CE043EEA}"/>
              </a:ext>
            </a:extLst>
          </p:cNvPr>
          <p:cNvSpPr/>
          <p:nvPr/>
        </p:nvSpPr>
        <p:spPr>
          <a:xfrm>
            <a:off x="5114125" y="397869"/>
            <a:ext cx="1333209" cy="67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Посадка</a:t>
            </a:r>
          </a:p>
        </p:txBody>
      </p:sp>
    </p:spTree>
    <p:extLst>
      <p:ext uri="{BB962C8B-B14F-4D97-AF65-F5344CB8AC3E}">
        <p14:creationId xmlns:p14="http://schemas.microsoft.com/office/powerpoint/2010/main" val="322086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1125-DB31-5079-C500-6F38F7B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05D9E4-8B3F-555F-23EE-3A60C1CC7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3524197" y="0"/>
            <a:ext cx="5143603" cy="685813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BF08E-5ADD-06DA-5DA5-A0C0E18A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64" y="381599"/>
            <a:ext cx="4275667" cy="1284288"/>
          </a:xfrm>
        </p:spPr>
        <p:txBody>
          <a:bodyPr>
            <a:normAutofit/>
          </a:bodyPr>
          <a:lstStyle/>
          <a:p>
            <a:pPr algn="ctr"/>
            <a:r>
              <a:rPr lang="ru-RU" sz="7200" dirty="0">
                <a:solidFill>
                  <a:schemeClr val="bg2">
                    <a:lumMod val="10000"/>
                  </a:schemeClr>
                </a:solidFill>
              </a:rPr>
              <a:t>СПСВ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2D12D-9814-12FA-E146-D83AA3CF8061}"/>
              </a:ext>
            </a:extLst>
          </p:cNvPr>
          <p:cNvSpPr/>
          <p:nvPr/>
        </p:nvSpPr>
        <p:spPr>
          <a:xfrm>
            <a:off x="5007526" y="2242929"/>
            <a:ext cx="217694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Воздух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ACB19-CD5A-27B7-73D8-F782DBB230EE}"/>
              </a:ext>
            </a:extLst>
          </p:cNvPr>
          <p:cNvSpPr/>
          <p:nvPr/>
        </p:nvSpPr>
        <p:spPr>
          <a:xfrm>
            <a:off x="5007526" y="3734371"/>
            <a:ext cx="217694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Земля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F0A67-34A2-2B27-7A2F-DF9D4E97F28D}"/>
              </a:ext>
            </a:extLst>
          </p:cNvPr>
          <p:cNvSpPr/>
          <p:nvPr/>
        </p:nvSpPr>
        <p:spPr>
          <a:xfrm>
            <a:off x="5007526" y="5225813"/>
            <a:ext cx="217694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Выход</a:t>
            </a:r>
          </a:p>
        </p:txBody>
      </p:sp>
    </p:spTree>
    <p:extLst>
      <p:ext uri="{BB962C8B-B14F-4D97-AF65-F5344CB8AC3E}">
        <p14:creationId xmlns:p14="http://schemas.microsoft.com/office/powerpoint/2010/main" val="200305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19</Words>
  <Application>Microsoft Office PowerPoint</Application>
  <PresentationFormat>Широкоэкранный</PresentationFormat>
  <Paragraphs>17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СПСВ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Владислав Зобнин</dc:creator>
  <cp:lastModifiedBy>Tima</cp:lastModifiedBy>
  <cp:revision>28</cp:revision>
  <dcterms:created xsi:type="dcterms:W3CDTF">2026-02-16T08:39:47Z</dcterms:created>
  <dcterms:modified xsi:type="dcterms:W3CDTF">2026-02-19T18:45:57Z</dcterms:modified>
</cp:coreProperties>
</file>